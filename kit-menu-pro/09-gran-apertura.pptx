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0"/>
            <a:ext cx="1028700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028700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300" b="1">
                <a:solidFill>
                  <a:srgbClr val="FFF8EC"/>
                </a:solidFill>
                <a:latin typeface="Georgia"/>
              </a:rPr>
              <a:t>GRAN APERTURA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524250"/>
            <a:ext cx="85725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2A2118"/>
                </a:solidFill>
                <a:latin typeface="Georgia"/>
              </a:rPr>
              <a:t>[NOMBRE DE TU NEGOCIO]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8572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1">
                <a:solidFill>
                  <a:srgbClr val="1D6E4F"/>
                </a:solidFill>
                <a:latin typeface="Arial"/>
              </a:rPr>
              <a:t>ESTE [VIERNES] · DESDE LAS [9:00 AM]</a:t>
            </a:r>
          </a:p>
        </p:txBody>
      </p:sp>
      <p:sp>
        <p:nvSpPr>
          <p:cNvPr id="7" name="Oval 6"/>
          <p:cNvSpPr/>
          <p:nvPr/>
        </p:nvSpPr>
        <p:spPr>
          <a:xfrm>
            <a:off x="7334250" y="4953000"/>
            <a:ext cx="1905000" cy="1905000"/>
          </a:xfrm>
          <a:prstGeom prst="ellipse">
            <a:avLst/>
          </a:prstGeom>
          <a:solidFill>
            <a:srgbClr val="E0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4749" y="5476875"/>
            <a:ext cx="1524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A2118"/>
                </a:solidFill>
                <a:latin typeface="Arial"/>
              </a:rPr>
              <a:t>[20]%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1874" y="6096000"/>
            <a:ext cx="180975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2A2118"/>
                </a:solidFill>
                <a:latin typeface="Arial"/>
              </a:rPr>
              <a:t>DTO.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5334000"/>
            <a:ext cx="6096000" cy="4000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500" y="5715000"/>
            <a:ext cx="5334000" cy="195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[Descuento del 20%] en todo</a:t>
            </a:r>
          </a:p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[Café gratis] las [100] primeras personas</a:t>
            </a:r>
          </a:p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[Música en vivo] y sorpresas para los niños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9810750"/>
            <a:ext cx="85725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0392B"/>
                </a:solidFill>
                <a:latin typeface="Arial"/>
              </a:rPr>
              <a:t>SÓLO EL DÍA DE LA APERTURA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477500"/>
            <a:ext cx="85725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0">
                <a:solidFill>
                  <a:srgbClr val="2A2118"/>
                </a:solidFill>
                <a:latin typeface="Arial"/>
              </a:rPr>
              <a:t>[Dirección] · [Ciudad]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110490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1D6E4F"/>
                </a:solidFill>
                <a:latin typeface="Arial"/>
              </a:rPr>
              <a:t>[WhatsApp] · [Instagram]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