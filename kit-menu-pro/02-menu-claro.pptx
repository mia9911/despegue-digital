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287000" cy="152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457700" y="1123950"/>
            <a:ext cx="137160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0A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95750" y="1428750"/>
            <a:ext cx="2095499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50" b="0">
                <a:solidFill>
                  <a:srgbClr val="E0A82E"/>
                </a:solidFill>
                <a:latin typeface="Georgia"/>
              </a:rPr>
              <a:t>TU 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762250"/>
            <a:ext cx="85725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0" b="0">
                <a:solidFill>
                  <a:srgbClr val="C0392B"/>
                </a:solidFill>
                <a:latin typeface="Georgia"/>
              </a:rPr>
              <a:t>MENÚ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762374"/>
            <a:ext cx="85725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0">
                <a:solidFill>
                  <a:srgbClr val="1D6E4F"/>
                </a:solidFill>
                <a:latin typeface="Georgia"/>
              </a:rPr>
              <a:t>[NOMBRE DE TU NEGOCIO]</a:t>
            </a:r>
          </a:p>
        </p:txBody>
      </p:sp>
      <p:sp>
        <p:nvSpPr>
          <p:cNvPr id="8" name="Rectangle 7"/>
          <p:cNvSpPr/>
          <p:nvPr/>
        </p:nvSpPr>
        <p:spPr>
          <a:xfrm>
            <a:off x="3714750" y="4476750"/>
            <a:ext cx="2857500" cy="50800"/>
          </a:xfrm>
          <a:prstGeom prst="rect">
            <a:avLst/>
          </a:prstGeom>
          <a:solidFill>
            <a:srgbClr val="E0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2500" y="4724400"/>
            <a:ext cx="8381999" cy="2266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52500" y="4724400"/>
            <a:ext cx="76200" cy="22669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2500" y="7296150"/>
            <a:ext cx="8381999" cy="2266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2500" y="7296150"/>
            <a:ext cx="76200" cy="22669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2500" y="9867900"/>
            <a:ext cx="8381999" cy="2266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2500" y="9867900"/>
            <a:ext cx="76200" cy="22669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53000"/>
            <a:ext cx="80010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0392B"/>
                </a:solidFill>
                <a:latin typeface="Arial"/>
              </a:rPr>
              <a:t>ENTRADAS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505450"/>
            <a:ext cx="5334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A2118"/>
                </a:solidFill>
                <a:latin typeface="Arial"/>
              </a:rPr>
              <a:t>[Tostón con mojo]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5505450"/>
            <a:ext cx="3429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1D6E4F"/>
                </a:solidFill>
                <a:latin typeface="Arial"/>
              </a:rPr>
              <a:t>$[1.50]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5924550"/>
            <a:ext cx="8001000" cy="25400"/>
          </a:xfrm>
          <a:prstGeom prst="rect">
            <a:avLst/>
          </a:prstGeom>
          <a:solidFill>
            <a:srgbClr val="EF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6134100"/>
            <a:ext cx="5334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A2118"/>
                </a:solidFill>
                <a:latin typeface="Arial"/>
              </a:rPr>
              <a:t>[Tamal]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6134100"/>
            <a:ext cx="3429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1D6E4F"/>
                </a:solidFill>
                <a:latin typeface="Arial"/>
              </a:rPr>
              <a:t>$[1.80]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6553200"/>
            <a:ext cx="8001000" cy="25400"/>
          </a:xfrm>
          <a:prstGeom prst="rect">
            <a:avLst/>
          </a:prstGeom>
          <a:solidFill>
            <a:srgbClr val="EF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6762750"/>
            <a:ext cx="5334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A2118"/>
                </a:solidFill>
                <a:latin typeface="Arial"/>
              </a:rPr>
              <a:t>[Sopa del día]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6762750"/>
            <a:ext cx="3429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1D6E4F"/>
                </a:solidFill>
                <a:latin typeface="Arial"/>
              </a:rPr>
              <a:t>$[2.00]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7181850"/>
            <a:ext cx="8001000" cy="25400"/>
          </a:xfrm>
          <a:prstGeom prst="rect">
            <a:avLst/>
          </a:prstGeom>
          <a:solidFill>
            <a:srgbClr val="EF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524749"/>
            <a:ext cx="80010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0392B"/>
                </a:solidFill>
                <a:latin typeface="Arial"/>
              </a:rPr>
              <a:t>PLATOS FUERTES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8077200"/>
            <a:ext cx="5334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A2118"/>
                </a:solidFill>
                <a:latin typeface="Arial"/>
              </a:rPr>
              <a:t>[Congrí con cerdo]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8077200"/>
            <a:ext cx="3429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1D6E4F"/>
                </a:solidFill>
                <a:latin typeface="Arial"/>
              </a:rPr>
              <a:t>$[5.50]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496300"/>
            <a:ext cx="8001000" cy="25400"/>
          </a:xfrm>
          <a:prstGeom prst="rect">
            <a:avLst/>
          </a:prstGeom>
          <a:solidFill>
            <a:srgbClr val="EF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705850"/>
            <a:ext cx="5334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A2118"/>
                </a:solidFill>
                <a:latin typeface="Arial"/>
              </a:rPr>
              <a:t>[Pollo asado]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8705850"/>
            <a:ext cx="3429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1D6E4F"/>
                </a:solidFill>
                <a:latin typeface="Arial"/>
              </a:rPr>
              <a:t>$[6.00]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9124950"/>
            <a:ext cx="8001000" cy="25400"/>
          </a:xfrm>
          <a:prstGeom prst="rect">
            <a:avLst/>
          </a:prstGeom>
          <a:solidFill>
            <a:srgbClr val="EF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9334500"/>
            <a:ext cx="5334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A2118"/>
                </a:solidFill>
                <a:latin typeface="Arial"/>
              </a:rPr>
              <a:t>[Picadillo a la habanera]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9334500"/>
            <a:ext cx="3429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1D6E4F"/>
                </a:solidFill>
                <a:latin typeface="Arial"/>
              </a:rPr>
              <a:t>$[6.00]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9753600"/>
            <a:ext cx="8001000" cy="25400"/>
          </a:xfrm>
          <a:prstGeom prst="rect">
            <a:avLst/>
          </a:prstGeom>
          <a:solidFill>
            <a:srgbClr val="EF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10096500"/>
            <a:ext cx="80010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0392B"/>
                </a:solidFill>
                <a:latin typeface="Arial"/>
              </a:rPr>
              <a:t>POSTRES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10648950"/>
            <a:ext cx="5334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A2118"/>
                </a:solidFill>
                <a:latin typeface="Arial"/>
              </a:rPr>
              <a:t>[Flan de caramelo]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10648950"/>
            <a:ext cx="3429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1D6E4F"/>
                </a:solidFill>
                <a:latin typeface="Arial"/>
              </a:rPr>
              <a:t>$[1.50]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11068050"/>
            <a:ext cx="8001000" cy="25400"/>
          </a:xfrm>
          <a:prstGeom prst="rect">
            <a:avLst/>
          </a:prstGeom>
          <a:solidFill>
            <a:srgbClr val="EF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11277600"/>
            <a:ext cx="5334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A2118"/>
                </a:solidFill>
                <a:latin typeface="Arial"/>
              </a:rPr>
              <a:t>[Helado artesanal]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0" y="11277600"/>
            <a:ext cx="3429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1D6E4F"/>
                </a:solidFill>
                <a:latin typeface="Arial"/>
              </a:rPr>
              <a:t>$[1.80]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11696700"/>
            <a:ext cx="8001000" cy="25400"/>
          </a:xfrm>
          <a:prstGeom prst="rect">
            <a:avLst/>
          </a:prstGeom>
          <a:solidFill>
            <a:srgbClr val="EF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11906250"/>
            <a:ext cx="5334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A2118"/>
                </a:solidFill>
                <a:latin typeface="Arial"/>
              </a:rPr>
              <a:t>[Tarta de coco]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0" y="11906250"/>
            <a:ext cx="3429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1D6E4F"/>
                </a:solidFill>
                <a:latin typeface="Arial"/>
              </a:rPr>
              <a:t>$[2.00]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12325350"/>
            <a:ext cx="8001000" cy="25400"/>
          </a:xfrm>
          <a:prstGeom prst="rect">
            <a:avLst/>
          </a:prstGeom>
          <a:solidFill>
            <a:srgbClr val="EF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12192000"/>
            <a:ext cx="800100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50" b="0">
                <a:solidFill>
                  <a:srgbClr val="1D6E4F"/>
                </a:solidFill>
                <a:latin typeface="Arial"/>
              </a:rPr>
              <a:t>[Instagram]  ·  [WhatsApp]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