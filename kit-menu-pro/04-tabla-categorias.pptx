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A2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287000" cy="133350"/>
          </a:xfrm>
          <a:prstGeom prst="rect">
            <a:avLst/>
          </a:prstGeom>
          <a:solidFill>
            <a:srgbClr val="F4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857250"/>
            <a:ext cx="8572500" cy="121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>
                <a:solidFill>
                  <a:srgbClr val="F4D35E"/>
                </a:solidFill>
                <a:latin typeface="Georgia"/>
              </a:rPr>
              <a:t>NUESTRAS OFERTAS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619250"/>
            <a:ext cx="85725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50" b="0">
                <a:solidFill>
                  <a:srgbClr val="7FD1C1"/>
                </a:solidFill>
                <a:latin typeface="Arial"/>
              </a:rPr>
              <a:t>[Tu negocio] · Precios en [CUP/USD]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7749" y="2476500"/>
            <a:ext cx="2571750" cy="7429500"/>
          </a:xfrm>
          <a:prstGeom prst="roundRect">
            <a:avLst>
              <a:gd name="adj" fmla="val 12000"/>
            </a:avLst>
          </a:prstGeom>
          <a:solidFill>
            <a:srgbClr val="123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749" y="2857500"/>
            <a:ext cx="2571750" cy="69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50" b="1">
                <a:solidFill>
                  <a:srgbClr val="F4D35E"/>
                </a:solidFill>
                <a:latin typeface="Arial"/>
              </a:rPr>
              <a:t>COMIDA</a:t>
            </a:r>
          </a:p>
        </p:txBody>
      </p:sp>
      <p:sp>
        <p:nvSpPr>
          <p:cNvPr id="8" name="Rectangle 7"/>
          <p:cNvSpPr/>
          <p:nvPr/>
        </p:nvSpPr>
        <p:spPr>
          <a:xfrm>
            <a:off x="1428750" y="3429000"/>
            <a:ext cx="1809750" cy="25400"/>
          </a:xfrm>
          <a:prstGeom prst="rect">
            <a:avLst/>
          </a:prstGeom>
          <a:solidFill>
            <a:srgbClr val="7FD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33500" y="3810000"/>
            <a:ext cx="2000250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50" b="0">
                <a:solidFill>
                  <a:srgbClr val="F2F7EA"/>
                </a:solidFill>
                <a:latin typeface="Arial"/>
              </a:rPr>
              <a:t>[Pizza pequeña]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3500" y="4114800"/>
            <a:ext cx="2000250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50" b="1">
                <a:solidFill>
                  <a:srgbClr val="F4D35E"/>
                </a:solidFill>
                <a:latin typeface="Arial"/>
              </a:rPr>
              <a:t>$[4]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3500" y="4686300"/>
            <a:ext cx="2000250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50" b="0">
                <a:solidFill>
                  <a:srgbClr val="F2F7EA"/>
                </a:solidFill>
                <a:latin typeface="Arial"/>
              </a:rPr>
              <a:t>[Pizza grande]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4991100"/>
            <a:ext cx="2000250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50" b="1">
                <a:solidFill>
                  <a:srgbClr val="F4D35E"/>
                </a:solidFill>
                <a:latin typeface="Arial"/>
              </a:rPr>
              <a:t>$[7]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3500" y="5562600"/>
            <a:ext cx="2000250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50" b="0">
                <a:solidFill>
                  <a:srgbClr val="F2F7EA"/>
                </a:solidFill>
                <a:latin typeface="Arial"/>
              </a:rPr>
              <a:t>[Espaguetis]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5867400"/>
            <a:ext cx="2000250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50" b="1">
                <a:solidFill>
                  <a:srgbClr val="F4D35E"/>
                </a:solidFill>
                <a:latin typeface="Arial"/>
              </a:rPr>
              <a:t>$[3.50]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3500" y="6438900"/>
            <a:ext cx="2000250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50" b="0">
                <a:solidFill>
                  <a:srgbClr val="F2F7EA"/>
                </a:solidFill>
                <a:latin typeface="Arial"/>
              </a:rPr>
              <a:t>[Pan con lechón]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743700"/>
            <a:ext cx="2000250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50" b="1">
                <a:solidFill>
                  <a:srgbClr val="F4D35E"/>
                </a:solidFill>
                <a:latin typeface="Arial"/>
              </a:rPr>
              <a:t>$[2.50]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05249" y="2476500"/>
            <a:ext cx="2571750" cy="7429500"/>
          </a:xfrm>
          <a:prstGeom prst="roundRect">
            <a:avLst>
              <a:gd name="adj" fmla="val 12000"/>
            </a:avLst>
          </a:prstGeom>
          <a:solidFill>
            <a:srgbClr val="123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05249" y="2857500"/>
            <a:ext cx="2571750" cy="69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50" b="1">
                <a:solidFill>
                  <a:srgbClr val="F4D35E"/>
                </a:solidFill>
                <a:latin typeface="Arial"/>
              </a:rPr>
              <a:t>BEBIDAS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86250" y="3429000"/>
            <a:ext cx="1809750" cy="25400"/>
          </a:xfrm>
          <a:prstGeom prst="rect">
            <a:avLst/>
          </a:prstGeom>
          <a:solidFill>
            <a:srgbClr val="7FD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0999" y="3810000"/>
            <a:ext cx="2000250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50" b="0">
                <a:solidFill>
                  <a:srgbClr val="F2F7EA"/>
                </a:solidFill>
                <a:latin typeface="Arial"/>
              </a:rPr>
              <a:t>[Batido de mango]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0999" y="4114800"/>
            <a:ext cx="2000250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50" b="1">
                <a:solidFill>
                  <a:srgbClr val="F4D35E"/>
                </a:solidFill>
                <a:latin typeface="Arial"/>
              </a:rPr>
              <a:t>$[1.50]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90999" y="4686300"/>
            <a:ext cx="2000250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50" b="0">
                <a:solidFill>
                  <a:srgbClr val="F2F7EA"/>
                </a:solidFill>
                <a:latin typeface="Arial"/>
              </a:rPr>
              <a:t>[Limonada]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90999" y="4991100"/>
            <a:ext cx="2000250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50" b="1">
                <a:solidFill>
                  <a:srgbClr val="F4D35E"/>
                </a:solidFill>
                <a:latin typeface="Arial"/>
              </a:rPr>
              <a:t>$[1.00]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0999" y="5562600"/>
            <a:ext cx="2000250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50" b="0">
                <a:solidFill>
                  <a:srgbClr val="F2F7EA"/>
                </a:solidFill>
                <a:latin typeface="Arial"/>
              </a:rPr>
              <a:t>[Cerveza]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0999" y="5867400"/>
            <a:ext cx="2000250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50" b="1">
                <a:solidFill>
                  <a:srgbClr val="F4D35E"/>
                </a:solidFill>
                <a:latin typeface="Arial"/>
              </a:rPr>
              <a:t>$[2.00]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90999" y="6438900"/>
            <a:ext cx="2000250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50" b="0">
                <a:solidFill>
                  <a:srgbClr val="F2F7EA"/>
                </a:solidFill>
                <a:latin typeface="Arial"/>
              </a:rPr>
              <a:t>[Agua]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90999" y="6743700"/>
            <a:ext cx="2000250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50" b="1">
                <a:solidFill>
                  <a:srgbClr val="F4D35E"/>
                </a:solidFill>
                <a:latin typeface="Arial"/>
              </a:rPr>
              <a:t>$[0.80]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2750" y="2476500"/>
            <a:ext cx="2571750" cy="7429500"/>
          </a:xfrm>
          <a:prstGeom prst="roundRect">
            <a:avLst>
              <a:gd name="adj" fmla="val 12000"/>
            </a:avLst>
          </a:prstGeom>
          <a:solidFill>
            <a:srgbClr val="123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2750" y="2857500"/>
            <a:ext cx="2571750" cy="69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50" b="1">
                <a:solidFill>
                  <a:srgbClr val="F4D35E"/>
                </a:solidFill>
                <a:latin typeface="Arial"/>
              </a:rPr>
              <a:t>POSTRES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43750" y="3429000"/>
            <a:ext cx="1809750" cy="25400"/>
          </a:xfrm>
          <a:prstGeom prst="rect">
            <a:avLst/>
          </a:prstGeom>
          <a:solidFill>
            <a:srgbClr val="7FD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8500" y="3810000"/>
            <a:ext cx="2000250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50" b="0">
                <a:solidFill>
                  <a:srgbClr val="F2F7EA"/>
                </a:solidFill>
                <a:latin typeface="Arial"/>
              </a:rPr>
              <a:t>[Helado 2 bolas]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8500" y="4114800"/>
            <a:ext cx="2000250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50" b="1">
                <a:solidFill>
                  <a:srgbClr val="F4D35E"/>
                </a:solidFill>
                <a:latin typeface="Arial"/>
              </a:rPr>
              <a:t>$[1.50]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8500" y="4686300"/>
            <a:ext cx="2000250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50" b="0">
                <a:solidFill>
                  <a:srgbClr val="F2F7EA"/>
                </a:solidFill>
                <a:latin typeface="Arial"/>
              </a:rPr>
              <a:t>[Torta porción]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8500" y="4991100"/>
            <a:ext cx="2000250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50" b="1">
                <a:solidFill>
                  <a:srgbClr val="F4D35E"/>
                </a:solidFill>
                <a:latin typeface="Arial"/>
              </a:rPr>
              <a:t>$[2.00]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8500" y="5562600"/>
            <a:ext cx="2000250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50" b="0">
                <a:solidFill>
                  <a:srgbClr val="F2F7EA"/>
                </a:solidFill>
                <a:latin typeface="Arial"/>
              </a:rPr>
              <a:t>[Flan]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8500" y="5867400"/>
            <a:ext cx="2000250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50" b="1">
                <a:solidFill>
                  <a:srgbClr val="F4D35E"/>
                </a:solidFill>
                <a:latin typeface="Arial"/>
              </a:rPr>
              <a:t>$[1.20]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8500" y="6438900"/>
            <a:ext cx="2000250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50" b="0">
                <a:solidFill>
                  <a:srgbClr val="F2F7EA"/>
                </a:solidFill>
                <a:latin typeface="Arial"/>
              </a:rPr>
              <a:t>[Churros x5]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8500" y="6743700"/>
            <a:ext cx="2000250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50" b="1">
                <a:solidFill>
                  <a:srgbClr val="F4D35E"/>
                </a:solidFill>
                <a:latin typeface="Arial"/>
              </a:rPr>
              <a:t>$[1.80]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7250" y="10668000"/>
            <a:ext cx="8572500" cy="69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50" b="1">
                <a:solidFill>
                  <a:srgbClr val="F4D35E"/>
                </a:solidFill>
                <a:latin typeface="Georgia"/>
              </a:rPr>
              <a:t>Pide tu combo y ahorra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7250" y="11239500"/>
            <a:ext cx="8572500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>
                <a:solidFill>
                  <a:srgbClr val="7FD1C1"/>
                </a:solidFill>
                <a:latin typeface="Arial"/>
              </a:rPr>
              <a:t>[WhatsApp] · Horario [9am-8pm]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