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3000" y="952500"/>
            <a:ext cx="8001000" cy="5143500"/>
          </a:xfrm>
          <a:prstGeom prst="roundRect">
            <a:avLst>
              <a:gd name="adj" fmla="val 12000"/>
            </a:avLst>
          </a:prstGeom>
          <a:solidFill>
            <a:srgbClr val="E9D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8000" y="3048000"/>
            <a:ext cx="4190999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8A7B5C"/>
                </a:solidFill>
                <a:latin typeface="Arial"/>
              </a:rPr>
              <a:t>TU FOTO AQUÍ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6667500"/>
            <a:ext cx="8572500" cy="121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>
                <a:solidFill>
                  <a:srgbClr val="C0392B"/>
                </a:solidFill>
                <a:latin typeface="Georgia"/>
              </a:rPr>
              <a:t>[NOMBRE DEL PLATO]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7524749"/>
            <a:ext cx="85725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D6E4F"/>
                </a:solidFill>
                <a:latin typeface="Arial"/>
              </a:rPr>
              <a:t>El favorito de nuestros clientes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8191500"/>
            <a:ext cx="7620000" cy="130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A2118"/>
                </a:solidFill>
                <a:latin typeface="Arial"/>
              </a:rPr>
              <a:t>[Descripción corta del plato: ingredientes]</a:t>
            </a:r>
          </a:p>
          <a:p>
            <a:pPr algn="ctr"/>
            <a:r>
              <a:rPr sz="2400" b="0">
                <a:solidFill>
                  <a:srgbClr val="2A2118"/>
                </a:solidFill>
                <a:latin typeface="Arial"/>
              </a:rPr>
              <a:t>[y qué lo hace especial — 2 líneas máximo]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00500" y="9525000"/>
            <a:ext cx="2286000" cy="952500"/>
          </a:xfrm>
          <a:prstGeom prst="roundRect">
            <a:avLst>
              <a:gd name="adj" fmla="val 12000"/>
            </a:avLst>
          </a:prstGeom>
          <a:solidFill>
            <a:srgbClr val="2A2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00500" y="9715500"/>
            <a:ext cx="2286000" cy="113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8EC"/>
                </a:solidFill>
                <a:latin typeface="Georgia"/>
              </a:rPr>
              <a:t>$[12]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11049000"/>
            <a:ext cx="85725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D6E4F"/>
                </a:solidFill>
                <a:latin typeface="Arial"/>
              </a:rPr>
              <a:t>Disponible [los viernes]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11620500"/>
            <a:ext cx="8572500" cy="56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>
                <a:solidFill>
                  <a:srgbClr val="2A2118"/>
                </a:solidFill>
                <a:latin typeface="Arial"/>
              </a:rPr>
              <a:t>Pídelo por [WhatsApp] · [Instagram]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