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A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34250" y="857250"/>
            <a:ext cx="2095499" cy="2095499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34250" y="1428750"/>
            <a:ext cx="2095499" cy="89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>
                <a:solidFill>
                  <a:srgbClr val="0A2926"/>
                </a:solidFill>
                <a:latin typeface="Arial"/>
              </a:rPr>
              <a:t>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8572500" cy="162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4D35E"/>
                </a:solidFill>
                <a:latin typeface="Georgia"/>
              </a:rPr>
              <a:t>MENÚ DEL DÍA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095750"/>
            <a:ext cx="85725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7FD1C1"/>
                </a:solidFill>
                <a:latin typeface="Arial"/>
              </a:rPr>
              <a:t>[Lunes a viernes] · [12:00 - 3:00 pm]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5143500"/>
            <a:ext cx="8572500" cy="30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0" b="1">
                <a:solidFill>
                  <a:srgbClr val="F2F7EA"/>
                </a:solidFill>
                <a:latin typeface="Georgia"/>
              </a:rPr>
              <a:t>$[5].00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9750" y="7239000"/>
            <a:ext cx="6667500" cy="1809750"/>
          </a:xfrm>
          <a:prstGeom prst="roundRect">
            <a:avLst>
              <a:gd name="adj" fmla="val 12000"/>
            </a:avLst>
          </a:prstGeom>
          <a:solidFill>
            <a:srgbClr val="12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00250" y="7239000"/>
            <a:ext cx="6286500" cy="38100"/>
          </a:xfrm>
          <a:prstGeom prst="rect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0250" y="7524749"/>
            <a:ext cx="62865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50" b="0">
                <a:solidFill>
                  <a:srgbClr val="F2F7EA"/>
                </a:solidFill>
                <a:latin typeface="Arial"/>
              </a:rPr>
              <a:t>[Plato principal] + [Bebida]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250" y="8001000"/>
            <a:ext cx="62865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50" b="0">
                <a:solidFill>
                  <a:srgbClr val="F2F7EA"/>
                </a:solidFill>
                <a:latin typeface="Arial"/>
              </a:rPr>
              <a:t>+ [Postre o café]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9620250"/>
            <a:ext cx="8572500" cy="89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>
                <a:solidFill>
                  <a:srgbClr val="F4D35E"/>
                </a:solidFill>
                <a:latin typeface="Arial"/>
              </a:rPr>
              <a:t>SÓLO HOY · PIDE 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10382250"/>
            <a:ext cx="85725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7FD1C1"/>
                </a:solidFill>
                <a:latin typeface="Arial"/>
              </a:rPr>
              <a:t>Entrega a domicilio en [tu zona]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10953750"/>
            <a:ext cx="85725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50" b="1">
                <a:solidFill>
                  <a:srgbClr val="F2F7EA"/>
                </a:solidFill>
                <a:latin typeface="Arial"/>
              </a:rPr>
              <a:t>[WhatsApp]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