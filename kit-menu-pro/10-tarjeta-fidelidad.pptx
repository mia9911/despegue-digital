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A2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1000" y="381000"/>
            <a:ext cx="9525000" cy="12096750"/>
          </a:xfrm>
          <a:prstGeom prst="rect">
            <a:avLst/>
          </a:prstGeom>
          <a:noFill/>
          <a:ln w="50800">
            <a:solidFill>
              <a:srgbClr val="F4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7250" y="1428750"/>
            <a:ext cx="8572500" cy="113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4D35E"/>
                </a:solidFill>
                <a:latin typeface="Georgia"/>
              </a:rPr>
              <a:t>TARJETA DE FIDELIDAD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2381250"/>
            <a:ext cx="85725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0">
                <a:solidFill>
                  <a:srgbClr val="7FD1C1"/>
                </a:solidFill>
                <a:latin typeface="Arial"/>
              </a:rPr>
              <a:t>Tu compra #[10] es GRATIS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3619500"/>
            <a:ext cx="762000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50" b="0">
                <a:solidFill>
                  <a:srgbClr val="F2F7EA"/>
                </a:solidFill>
                <a:latin typeface="Arial"/>
              </a:rPr>
              <a:t>[NOMBRE DE TU NEGOCIO]</a:t>
            </a:r>
          </a:p>
        </p:txBody>
      </p:sp>
      <p:sp>
        <p:nvSpPr>
          <p:cNvPr id="7" name="Oval 6"/>
          <p:cNvSpPr/>
          <p:nvPr/>
        </p:nvSpPr>
        <p:spPr>
          <a:xfrm>
            <a:off x="1571625" y="4429125"/>
            <a:ext cx="1047749" cy="1047749"/>
          </a:xfrm>
          <a:prstGeom prst="ellipse">
            <a:avLst/>
          </a:prstGeom>
          <a:solidFill>
            <a:srgbClr val="F4D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14500" y="4762500"/>
            <a:ext cx="762000" cy="81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A2926"/>
                </a:solidFill>
                <a:latin typeface="Arial"/>
              </a:rPr>
              <a:t>✓</a:t>
            </a:r>
          </a:p>
        </p:txBody>
      </p:sp>
      <p:sp>
        <p:nvSpPr>
          <p:cNvPr id="9" name="Oval 8"/>
          <p:cNvSpPr/>
          <p:nvPr/>
        </p:nvSpPr>
        <p:spPr>
          <a:xfrm>
            <a:off x="3095625" y="4429125"/>
            <a:ext cx="1047749" cy="1047749"/>
          </a:xfrm>
          <a:prstGeom prst="ellipse">
            <a:avLst/>
          </a:prstGeom>
          <a:solidFill>
            <a:srgbClr val="F4D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38500" y="4762500"/>
            <a:ext cx="762000" cy="81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A2926"/>
                </a:solidFill>
                <a:latin typeface="Arial"/>
              </a:rPr>
              <a:t>✓</a:t>
            </a:r>
          </a:p>
        </p:txBody>
      </p:sp>
      <p:sp>
        <p:nvSpPr>
          <p:cNvPr id="11" name="Oval 10"/>
          <p:cNvSpPr/>
          <p:nvPr/>
        </p:nvSpPr>
        <p:spPr>
          <a:xfrm>
            <a:off x="4619625" y="4429125"/>
            <a:ext cx="1047749" cy="1047749"/>
          </a:xfrm>
          <a:prstGeom prst="ellipse">
            <a:avLst/>
          </a:prstGeom>
          <a:solidFill>
            <a:srgbClr val="F4D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62500" y="4762500"/>
            <a:ext cx="762000" cy="81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A2926"/>
                </a:solidFill>
                <a:latin typeface="Arial"/>
              </a:rPr>
              <a:t>✓</a:t>
            </a:r>
          </a:p>
        </p:txBody>
      </p:sp>
      <p:sp>
        <p:nvSpPr>
          <p:cNvPr id="13" name="Oval 12"/>
          <p:cNvSpPr/>
          <p:nvPr/>
        </p:nvSpPr>
        <p:spPr>
          <a:xfrm>
            <a:off x="6143625" y="4429125"/>
            <a:ext cx="1047749" cy="1047749"/>
          </a:xfrm>
          <a:prstGeom prst="ellipse">
            <a:avLst/>
          </a:prstGeom>
          <a:noFill/>
          <a:ln w="38100">
            <a:solidFill>
              <a:srgbClr val="F4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6500" y="4743450"/>
            <a:ext cx="762000" cy="89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00" b="0">
                <a:solidFill>
                  <a:srgbClr val="F4D35E"/>
                </a:solidFill>
                <a:latin typeface="Arial"/>
              </a:rPr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7667624" y="4429125"/>
            <a:ext cx="1047749" cy="1047749"/>
          </a:xfrm>
          <a:prstGeom prst="ellipse">
            <a:avLst/>
          </a:prstGeom>
          <a:noFill/>
          <a:ln w="38100">
            <a:solidFill>
              <a:srgbClr val="F4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0499" y="4743450"/>
            <a:ext cx="762000" cy="89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00" b="0">
                <a:solidFill>
                  <a:srgbClr val="F4D35E"/>
                </a:solidFill>
                <a:latin typeface="Arial"/>
              </a:rPr>
              <a:t>5</a:t>
            </a:r>
          </a:p>
        </p:txBody>
      </p:sp>
      <p:sp>
        <p:nvSpPr>
          <p:cNvPr id="17" name="Oval 16"/>
          <p:cNvSpPr/>
          <p:nvPr/>
        </p:nvSpPr>
        <p:spPr>
          <a:xfrm>
            <a:off x="1571625" y="6524625"/>
            <a:ext cx="1047749" cy="1047749"/>
          </a:xfrm>
          <a:prstGeom prst="ellipse">
            <a:avLst/>
          </a:prstGeom>
          <a:noFill/>
          <a:ln w="38100">
            <a:solidFill>
              <a:srgbClr val="F4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14500" y="6838950"/>
            <a:ext cx="762000" cy="89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00" b="0">
                <a:solidFill>
                  <a:srgbClr val="F4D35E"/>
                </a:solidFill>
                <a:latin typeface="Arial"/>
              </a:rPr>
              <a:t>6</a:t>
            </a:r>
          </a:p>
        </p:txBody>
      </p:sp>
      <p:sp>
        <p:nvSpPr>
          <p:cNvPr id="19" name="Oval 18"/>
          <p:cNvSpPr/>
          <p:nvPr/>
        </p:nvSpPr>
        <p:spPr>
          <a:xfrm>
            <a:off x="3095625" y="6524625"/>
            <a:ext cx="1047749" cy="1047749"/>
          </a:xfrm>
          <a:prstGeom prst="ellipse">
            <a:avLst/>
          </a:prstGeom>
          <a:noFill/>
          <a:ln w="38100">
            <a:solidFill>
              <a:srgbClr val="F4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38500" y="6838950"/>
            <a:ext cx="762000" cy="89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00" b="0">
                <a:solidFill>
                  <a:srgbClr val="F4D35E"/>
                </a:solidFill>
                <a:latin typeface="Arial"/>
              </a:rPr>
              <a:t>7</a:t>
            </a:r>
          </a:p>
        </p:txBody>
      </p:sp>
      <p:sp>
        <p:nvSpPr>
          <p:cNvPr id="21" name="Oval 20"/>
          <p:cNvSpPr/>
          <p:nvPr/>
        </p:nvSpPr>
        <p:spPr>
          <a:xfrm>
            <a:off x="4619625" y="6524625"/>
            <a:ext cx="1047749" cy="1047749"/>
          </a:xfrm>
          <a:prstGeom prst="ellipse">
            <a:avLst/>
          </a:prstGeom>
          <a:noFill/>
          <a:ln w="38100">
            <a:solidFill>
              <a:srgbClr val="F4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62500" y="6838950"/>
            <a:ext cx="762000" cy="89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00" b="0">
                <a:solidFill>
                  <a:srgbClr val="F4D35E"/>
                </a:solidFill>
                <a:latin typeface="Arial"/>
              </a:rPr>
              <a:t>8</a:t>
            </a:r>
          </a:p>
        </p:txBody>
      </p:sp>
      <p:sp>
        <p:nvSpPr>
          <p:cNvPr id="23" name="Oval 22"/>
          <p:cNvSpPr/>
          <p:nvPr/>
        </p:nvSpPr>
        <p:spPr>
          <a:xfrm>
            <a:off x="6143625" y="6524625"/>
            <a:ext cx="1047749" cy="1047749"/>
          </a:xfrm>
          <a:prstGeom prst="ellipse">
            <a:avLst/>
          </a:prstGeom>
          <a:noFill/>
          <a:ln w="38100">
            <a:solidFill>
              <a:srgbClr val="F4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86500" y="6838950"/>
            <a:ext cx="762000" cy="89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00" b="0">
                <a:solidFill>
                  <a:srgbClr val="F4D35E"/>
                </a:solidFill>
                <a:latin typeface="Arial"/>
              </a:rPr>
              <a:t>9</a:t>
            </a:r>
          </a:p>
        </p:txBody>
      </p:sp>
      <p:sp>
        <p:nvSpPr>
          <p:cNvPr id="25" name="Oval 24"/>
          <p:cNvSpPr/>
          <p:nvPr/>
        </p:nvSpPr>
        <p:spPr>
          <a:xfrm>
            <a:off x="7667624" y="6524625"/>
            <a:ext cx="1047749" cy="1047749"/>
          </a:xfrm>
          <a:prstGeom prst="ellipse">
            <a:avLst/>
          </a:prstGeom>
          <a:noFill/>
          <a:ln w="38100">
            <a:solidFill>
              <a:srgbClr val="F4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10499" y="6838950"/>
            <a:ext cx="762000" cy="89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00" b="0">
                <a:solidFill>
                  <a:srgbClr val="F4D35E"/>
                </a:solidFill>
                <a:latin typeface="Arial"/>
              </a:rP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7250" y="8572500"/>
            <a:ext cx="8572500" cy="56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>
                <a:solidFill>
                  <a:srgbClr val="F2F7EA"/>
                </a:solidFill>
                <a:latin typeface="Arial"/>
              </a:rPr>
              <a:t>Cómo funciona: pide tu sello en cada compra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250" y="9144000"/>
            <a:ext cx="8572500" cy="56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>
                <a:solidFill>
                  <a:srgbClr val="F2F7EA"/>
                </a:solidFill>
                <a:latin typeface="Arial"/>
              </a:rPr>
              <a:t>Al llegar a 10 sellos, tu próximo pedido es GRATIS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7250" y="10096500"/>
            <a:ext cx="8572500" cy="52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50" b="0">
                <a:solidFill>
                  <a:srgbClr val="7FD1C1"/>
                </a:solidFill>
                <a:latin typeface="Arial"/>
              </a:rPr>
              <a:t>[Instagram] · [WhatsApp]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