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762000"/>
            <a:ext cx="8763000" cy="11334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762000"/>
            <a:ext cx="8763000" cy="152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49" y="1428750"/>
            <a:ext cx="81915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C0392B"/>
                </a:solidFill>
                <a:latin typeface="Georgia"/>
              </a:rPr>
              <a:t>COMBO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49" y="2286000"/>
            <a:ext cx="81915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D6E4F"/>
                </a:solidFill>
                <a:latin typeface="Arial"/>
              </a:rPr>
              <a:t>Sirve a [4]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3238500"/>
            <a:ext cx="74295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A2118"/>
                </a:solidFill>
                <a:latin typeface="Arial"/>
              </a:rPr>
              <a:t>[Pizza grande]</a:t>
            </a:r>
          </a:p>
          <a:p>
            <a:pPr algn="l"/>
            <a:r>
              <a:rPr sz="2700" b="0">
                <a:solidFill>
                  <a:srgbClr val="2A2118"/>
                </a:solidFill>
                <a:latin typeface="Arial"/>
              </a:rPr>
              <a:t>[Refresco 1.5L]</a:t>
            </a:r>
          </a:p>
          <a:p>
            <a:pPr algn="l"/>
            <a:r>
              <a:rPr sz="2700" b="0">
                <a:solidFill>
                  <a:srgbClr val="2A2118"/>
                </a:solidFill>
                <a:latin typeface="Arial"/>
              </a:rPr>
              <a:t>[Pan de ajo]</a:t>
            </a:r>
          </a:p>
          <a:p>
            <a:pPr algn="l"/>
            <a:r>
              <a:rPr sz="2700" b="0">
                <a:solidFill>
                  <a:srgbClr val="2A2118"/>
                </a:solidFill>
                <a:latin typeface="Arial"/>
              </a:rPr>
              <a:t>[Helado para compartir]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0" y="5905500"/>
            <a:ext cx="7429500" cy="381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49" y="6286500"/>
            <a:ext cx="8191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2A2118"/>
                </a:solidFill>
                <a:latin typeface="Arial"/>
              </a:rPr>
              <a:t>TODO POR 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49" y="6858000"/>
            <a:ext cx="8191500" cy="2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0" b="1">
                <a:solidFill>
                  <a:srgbClr val="C0392B"/>
                </a:solidFill>
                <a:latin typeface="Georgia"/>
              </a:rPr>
              <a:t>$[18]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49" y="8572500"/>
            <a:ext cx="81915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0">
                <a:solidFill>
                  <a:srgbClr val="1D6E4F"/>
                </a:solidFill>
                <a:latin typeface="Arial"/>
              </a:rPr>
              <a:t>Ahorra $[5] pidiendo el combo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7500" y="9334500"/>
            <a:ext cx="4572000" cy="1047749"/>
          </a:xfrm>
          <a:prstGeom prst="roundRect">
            <a:avLst>
              <a:gd name="adj" fmla="val 12000"/>
            </a:avLst>
          </a:prstGeom>
          <a:solidFill>
            <a:srgbClr val="2A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500" y="9601200"/>
            <a:ext cx="457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FFF8EC"/>
                </a:solidFill>
                <a:latin typeface="Arial"/>
              </a:rPr>
              <a:t>PIDE: [WhatsApp]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49" y="10763250"/>
            <a:ext cx="819150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2A2118"/>
                </a:solidFill>
                <a:latin typeface="Arial"/>
              </a:rPr>
              <a:t>Válido [sábados y domingos]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