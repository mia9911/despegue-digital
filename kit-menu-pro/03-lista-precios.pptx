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1143000"/>
            <a:ext cx="85725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2A2118"/>
                </a:solidFill>
                <a:latin typeface="Georgia"/>
              </a:rPr>
              <a:t>LISTA DE PRECIOS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2000250"/>
            <a:ext cx="857250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50" b="0">
                <a:solidFill>
                  <a:srgbClr val="1D6E4F"/>
                </a:solidFill>
                <a:latin typeface="Georgia"/>
              </a:rPr>
              <a:t>[NOMBRE DE TU NEGOCIO] · [Mes 2026]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2667000"/>
            <a:ext cx="8001000" cy="635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3009900"/>
            <a:ext cx="8572500" cy="800100"/>
          </a:xfrm>
          <a:prstGeom prst="rect">
            <a:avLst/>
          </a:prstGeom>
          <a:solidFill>
            <a:srgbClr val="F6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8250" y="3143250"/>
            <a:ext cx="533400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50" b="0">
                <a:solidFill>
                  <a:srgbClr val="2A2118"/>
                </a:solidFill>
                <a:latin typeface="Arial"/>
              </a:rPr>
              <a:t>[Producto o servicio 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143250"/>
            <a:ext cx="276225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550" b="1">
                <a:solidFill>
                  <a:srgbClr val="C0392B"/>
                </a:solidFill>
                <a:latin typeface="Arial"/>
              </a:rPr>
              <a:t>$[3.00]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8250" y="4038600"/>
            <a:ext cx="533400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50" b="0">
                <a:solidFill>
                  <a:srgbClr val="2A2118"/>
                </a:solidFill>
                <a:latin typeface="Arial"/>
              </a:rPr>
              <a:t>[Producto o servicio 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500" y="4038600"/>
            <a:ext cx="276225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550" b="1">
                <a:solidFill>
                  <a:srgbClr val="C0392B"/>
                </a:solidFill>
                <a:latin typeface="Arial"/>
              </a:rPr>
              <a:t>$[4.00]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7250" y="4800600"/>
            <a:ext cx="8572500" cy="800100"/>
          </a:xfrm>
          <a:prstGeom prst="rect">
            <a:avLst/>
          </a:prstGeom>
          <a:solidFill>
            <a:srgbClr val="F6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8250" y="4933950"/>
            <a:ext cx="533400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50" b="0">
                <a:solidFill>
                  <a:srgbClr val="2A2118"/>
                </a:solidFill>
                <a:latin typeface="Arial"/>
              </a:rPr>
              <a:t>[Producto o servicio 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6500" y="4933950"/>
            <a:ext cx="276225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550" b="1">
                <a:solidFill>
                  <a:srgbClr val="C0392B"/>
                </a:solidFill>
                <a:latin typeface="Arial"/>
              </a:rPr>
              <a:t>$[5.00]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8250" y="5829300"/>
            <a:ext cx="533400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50" b="0">
                <a:solidFill>
                  <a:srgbClr val="2A2118"/>
                </a:solidFill>
                <a:latin typeface="Arial"/>
              </a:rPr>
              <a:t>[Producto o servicio 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6500" y="5829300"/>
            <a:ext cx="276225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550" b="1">
                <a:solidFill>
                  <a:srgbClr val="C0392B"/>
                </a:solidFill>
                <a:latin typeface="Arial"/>
              </a:rPr>
              <a:t>$[6.00]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7250" y="6591300"/>
            <a:ext cx="8572500" cy="800100"/>
          </a:xfrm>
          <a:prstGeom prst="rect">
            <a:avLst/>
          </a:prstGeom>
          <a:solidFill>
            <a:srgbClr val="F6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6724650"/>
            <a:ext cx="533400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50" b="0">
                <a:solidFill>
                  <a:srgbClr val="2A2118"/>
                </a:solidFill>
                <a:latin typeface="Arial"/>
              </a:rPr>
              <a:t>[Producto o servicio 5]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0" y="6724650"/>
            <a:ext cx="276225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550" b="1">
                <a:solidFill>
                  <a:srgbClr val="C0392B"/>
                </a:solidFill>
                <a:latin typeface="Arial"/>
              </a:rPr>
              <a:t>$[7.00]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50" y="7620000"/>
            <a:ext cx="533400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50" b="0">
                <a:solidFill>
                  <a:srgbClr val="2A2118"/>
                </a:solidFill>
                <a:latin typeface="Arial"/>
              </a:rPr>
              <a:t>[Producto o servicio 6]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0" y="7620000"/>
            <a:ext cx="276225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550" b="1">
                <a:solidFill>
                  <a:srgbClr val="C0392B"/>
                </a:solidFill>
                <a:latin typeface="Arial"/>
              </a:rPr>
              <a:t>$[8.00]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7250" y="8381999"/>
            <a:ext cx="8572500" cy="800100"/>
          </a:xfrm>
          <a:prstGeom prst="rect">
            <a:avLst/>
          </a:prstGeom>
          <a:solidFill>
            <a:srgbClr val="F6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8250" y="8515350"/>
            <a:ext cx="533400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50" b="0">
                <a:solidFill>
                  <a:srgbClr val="2A2118"/>
                </a:solidFill>
                <a:latin typeface="Arial"/>
              </a:rPr>
              <a:t>[Producto o servicio 7]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6500" y="8515350"/>
            <a:ext cx="276225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550" b="1">
                <a:solidFill>
                  <a:srgbClr val="C0392B"/>
                </a:solidFill>
                <a:latin typeface="Arial"/>
              </a:rPr>
              <a:t>$[9.00]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8250" y="9410700"/>
            <a:ext cx="533400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50" b="0">
                <a:solidFill>
                  <a:srgbClr val="2A2118"/>
                </a:solidFill>
                <a:latin typeface="Arial"/>
              </a:rPr>
              <a:t>[Producto o servicio 8]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6500" y="9410700"/>
            <a:ext cx="2762250" cy="690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550" b="1">
                <a:solidFill>
                  <a:srgbClr val="C0392B"/>
                </a:solidFill>
                <a:latin typeface="Arial"/>
              </a:rPr>
              <a:t>$[10.00]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7250" y="11239500"/>
            <a:ext cx="8572500" cy="6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50" b="0">
                <a:solidFill>
                  <a:srgbClr val="1D6E4F"/>
                </a:solidFill>
                <a:latin typeface="Arial"/>
              </a:rPr>
              <a:t>Precios en [CUP / USD] · Actualizado [hoy]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250" y="11811000"/>
            <a:ext cx="8572500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2A2118"/>
                </a:solidFill>
                <a:latin typeface="Arial"/>
              </a:rPr>
              <a:t>[WhatsApp] · [Dirección]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