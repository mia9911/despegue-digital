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A2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1714500"/>
            <a:ext cx="85725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1">
                <a:solidFill>
                  <a:srgbClr val="F4D35E"/>
                </a:solidFill>
                <a:latin typeface="Georgia"/>
              </a:rPr>
              <a:t>¿ANTOJO?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048000"/>
            <a:ext cx="85725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50" b="1">
                <a:solidFill>
                  <a:srgbClr val="F2F7EA"/>
                </a:solidFill>
                <a:latin typeface="Arial"/>
              </a:rPr>
              <a:t>PIDE AHORA</a:t>
            </a:r>
          </a:p>
        </p:txBody>
      </p:sp>
      <p:sp>
        <p:nvSpPr>
          <p:cNvPr id="5" name="Oval 4"/>
          <p:cNvSpPr/>
          <p:nvPr/>
        </p:nvSpPr>
        <p:spPr>
          <a:xfrm>
            <a:off x="3429000" y="4381500"/>
            <a:ext cx="3429000" cy="3429000"/>
          </a:xfrm>
          <a:prstGeom prst="ellipse">
            <a:avLst/>
          </a:prstGeom>
          <a:solidFill>
            <a:srgbClr val="123B36"/>
          </a:solidFill>
          <a:ln w="50800">
            <a:solidFill>
              <a:srgbClr val="F4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14750" y="5715000"/>
            <a:ext cx="28575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7FD1C1"/>
                </a:solidFill>
                <a:latin typeface="Georgia"/>
              </a:rPr>
              <a:t>TU FOTO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9750" y="8572500"/>
            <a:ext cx="6667500" cy="1143000"/>
          </a:xfrm>
          <a:prstGeom prst="roundRect">
            <a:avLst>
              <a:gd name="adj" fmla="val 12000"/>
            </a:avLst>
          </a:prstGeom>
          <a:solidFill>
            <a:srgbClr val="F4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9750" y="8858250"/>
            <a:ext cx="6667500" cy="97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A2926"/>
                </a:solidFill>
                <a:latin typeface="Arial"/>
              </a:rPr>
              <a:t>PIDE: [WhatsApp]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10382250"/>
            <a:ext cx="85725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>
                <a:solidFill>
                  <a:srgbClr val="7FD1C1"/>
                </a:solidFill>
                <a:latin typeface="Arial"/>
              </a:rPr>
              <a:t>A domicilio · [tu zona] · [horario]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110490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F2F7EA"/>
                </a:solidFill>
                <a:latin typeface="Arial"/>
              </a:rPr>
              <a:t>[NOMBRE DE TU NEGOCIO]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