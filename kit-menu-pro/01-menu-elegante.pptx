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A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81000"/>
            <a:ext cx="9525000" cy="12096750"/>
          </a:xfrm>
          <a:prstGeom prst="rect">
            <a:avLst/>
          </a:prstGeom>
          <a:noFill/>
          <a:ln w="508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57700" y="1123950"/>
            <a:ext cx="1371600" cy="1371600"/>
          </a:xfrm>
          <a:prstGeom prst="ellipse">
            <a:avLst/>
          </a:prstGeom>
          <a:solidFill>
            <a:srgbClr val="123B36"/>
          </a:solidFill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5750" y="1428750"/>
            <a:ext cx="2095499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F2F7EA"/>
                </a:solidFill>
                <a:latin typeface="Georgia"/>
              </a:rPr>
              <a:t>TU 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62250"/>
            <a:ext cx="85725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0" b="0">
                <a:solidFill>
                  <a:srgbClr val="F4D35E"/>
                </a:solidFill>
                <a:latin typeface="Georgia"/>
              </a:rPr>
              <a:t>MENÚ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62374"/>
            <a:ext cx="8572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7FD1C1"/>
                </a:solidFill>
                <a:latin typeface="Georgia"/>
              </a:rPr>
              <a:t>[NOMBRE DE TU NEGOCIO]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50" y="4476750"/>
            <a:ext cx="2857500" cy="50800"/>
          </a:xfrm>
          <a:prstGeom prst="rect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953000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4D35E"/>
                </a:solidFill>
                <a:latin typeface="Arial"/>
              </a:rPr>
              <a:t>ENTRADAS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054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[Empanada de pollo]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55054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$[1.50]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92455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61341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[Croquetas x6]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61341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$[2.00]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655320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67627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[Ensalada mixta]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67627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$[2.50]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718185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7524749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4D35E"/>
                </a:solidFill>
                <a:latin typeface="Arial"/>
              </a:rPr>
              <a:t>PLATOS FUERTES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80772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[Arroz con pollo]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80772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$[5.00]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49630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7058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[Bistec encebollado]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87058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$[6.50]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912495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93345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[Pescado frito]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93345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$[7.00]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975360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10096500"/>
            <a:ext cx="8001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4D35E"/>
                </a:solidFill>
                <a:latin typeface="Arial"/>
              </a:rPr>
              <a:t>BEBIDAS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106489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[Jugo natural]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106489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$[1.00]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1106805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1127760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[Refresco]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1127760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$[1.20]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1169670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11906250"/>
            <a:ext cx="5334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2F7EA"/>
                </a:solidFill>
                <a:latin typeface="Arial"/>
              </a:rPr>
              <a:t>[Café]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11906250"/>
            <a:ext cx="3429000" cy="65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F4D35E"/>
                </a:solidFill>
                <a:latin typeface="Arial"/>
              </a:rPr>
              <a:t>$[0.80]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12325350"/>
            <a:ext cx="8001000" cy="25400"/>
          </a:xfrm>
          <a:prstGeom prst="rect">
            <a:avLst/>
          </a:prstGeom>
          <a:solidFill>
            <a:srgbClr val="12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12192000"/>
            <a:ext cx="800100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7FD1C1"/>
                </a:solidFill>
                <a:latin typeface="Arial"/>
              </a:rPr>
              <a:t>[Instagram]  ·  [WhatsApp]  ·  [Dirección]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